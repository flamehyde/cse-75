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69" r:id="rId4"/>
    <p:sldId id="271" r:id="rId5"/>
    <p:sldId id="272" r:id="rId6"/>
    <p:sldId id="273" r:id="rId7"/>
    <p:sldId id="270" r:id="rId8"/>
    <p:sldId id="268" r:id="rId9"/>
    <p:sldId id="265" r:id="rId10"/>
    <p:sldId id="266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dirty="0"/>
              <a:t>Domain Name Server (DNS) Filtering Service using Threat Intelligence feeds and AI/ML Techniques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1915180" y="2322576"/>
            <a:ext cx="4391131" cy="65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CSE 75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516771" y="230302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Ayesha Taranum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1327680889"/>
              </p:ext>
            </p:extLst>
          </p:nvPr>
        </p:nvGraphicFramePr>
        <p:xfrm>
          <a:off x="690507" y="3041880"/>
          <a:ext cx="5418675" cy="301758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488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Roll Number 20221CSE0309</a:t>
                      </a:r>
                    </a:p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20221CSE0346</a:t>
                      </a:r>
                    </a:p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20221CSE0367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Student Name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Saish </a:t>
                      </a:r>
                      <a:r>
                        <a:rPr lang="en-GB" sz="1800" b="1" u="none" strike="noStrike" cap="none" dirty="0" err="1">
                          <a:solidFill>
                            <a:srgbClr val="17365D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Savadatti</a:t>
                      </a:r>
                      <a:endParaRPr lang="en-GB" sz="1800" b="1" u="none" strike="noStrike" cap="none" dirty="0">
                        <a:solidFill>
                          <a:srgbClr val="17365D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Suhas C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 err="1">
                          <a:solidFill>
                            <a:srgbClr val="17365D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Lingana</a:t>
                      </a: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Gouda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46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46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46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46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446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3390009" y="127297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822961" y="4497324"/>
            <a:ext cx="11603736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endParaRPr lang="en-US" sz="1800" b="1" i="0" u="none" strike="noStrike" cap="none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 Asif Mohamed H B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i="0" u="none" strike="noStrike" cap="none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</a:t>
            </a:r>
            <a:r>
              <a:rPr lang="en-US" sz="18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r.Jayavadivel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Ravi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Analysis of 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Innovation or Novel Contributions</a:t>
            </a:r>
            <a:endParaRPr lang="en-US" sz="3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Git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-hub Link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Problem Statement Number: PSCS_180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endParaRPr lang="en-US" sz="15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Organization: </a:t>
            </a:r>
            <a:r>
              <a:rPr lang="en-US" dirty="0"/>
              <a:t>Indian Space Research Organisation (ISRO)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Category (Hardware / Software / Both)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: 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Problem Description: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/>
              <a:t>Malicious domains and phishing attacks threaten network security by enabling malware communication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/>
              <a:t>with command-and-control servers. Existing DNS systems lack efficient mechanisms to block such domains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/>
              <a:t>and detect complex threats like DNS tunneling and botnet-generated domains. A secure, intelligent DNS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/>
              <a:t>filtering solution is needed to proactively prevent security breaches while ensuring seamless resolution of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/>
              <a:t>legitimate domains.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762000" y="2745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IN" sz="1900" b="1" dirty="0"/>
              <a:t>Objectives</a:t>
            </a:r>
            <a:r>
              <a:rPr lang="en-IN" b="1" dirty="0"/>
              <a:t> :</a:t>
            </a:r>
          </a:p>
          <a:p>
            <a:pPr marL="76200" indent="0">
              <a:buNone/>
            </a:pPr>
            <a:endParaRPr lang="en-IN" b="1" dirty="0"/>
          </a:p>
          <a:p>
            <a:r>
              <a:rPr lang="en-IN" sz="1800" dirty="0"/>
              <a:t>Develop a secure DNS resolver that blocks resolution of malicious domains.</a:t>
            </a:r>
          </a:p>
          <a:p>
            <a:r>
              <a:rPr lang="en-IN" sz="1800" dirty="0"/>
              <a:t>Utilize threat intelligence feeds supporting STIX/TAXII protocols for up-to-date threat data.</a:t>
            </a:r>
          </a:p>
          <a:p>
            <a:r>
              <a:rPr lang="en-IN" sz="1800" dirty="0"/>
              <a:t>Implement AI/ML techniques to identify malicious domains generated by domain generation algorithms (DGA) and other botnet methods.</a:t>
            </a:r>
          </a:p>
          <a:p>
            <a:r>
              <a:rPr lang="en-IN" sz="1800" dirty="0"/>
              <a:t>Detect DNS tunneling attempts used by malware for covert communications.</a:t>
            </a:r>
          </a:p>
          <a:p>
            <a:r>
              <a:rPr lang="en-IN" sz="1800" dirty="0"/>
              <a:t>Support DNS over UDP, DNS over DTLS, and DNS over HTTPS protocols.</a:t>
            </a:r>
          </a:p>
          <a:p>
            <a:r>
              <a:rPr lang="en-IN" sz="1800" dirty="0"/>
              <a:t>Ensure scalability to handle high volume DNS queries with average lookup time under 100 milliseconds.</a:t>
            </a:r>
          </a:p>
          <a:p>
            <a:r>
              <a:rPr lang="en-IN" sz="1800" dirty="0"/>
              <a:t>Offer a web interface to monitor malicious domains and source IP statistics.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US" sz="2000" b="1" dirty="0"/>
              <a:t>Key Challenges:</a:t>
            </a:r>
          </a:p>
          <a:p>
            <a:r>
              <a:rPr lang="en-US" sz="1800" dirty="0"/>
              <a:t>Rapidly evolving malicious domain generation techniques.</a:t>
            </a:r>
          </a:p>
          <a:p>
            <a:r>
              <a:rPr lang="en-US" sz="1800" dirty="0"/>
              <a:t>Need for low-latency DNS resolution to maintain user experience.</a:t>
            </a:r>
          </a:p>
          <a:p>
            <a:r>
              <a:rPr lang="en-US" sz="1800" dirty="0"/>
              <a:t>Integration of multiple security data sources and dynamic threat intelligence.</a:t>
            </a:r>
          </a:p>
          <a:p>
            <a:r>
              <a:rPr lang="en-US" sz="1800" dirty="0"/>
              <a:t>Effective detection of sophisticated DNS tunneling behavior.</a:t>
            </a:r>
          </a:p>
          <a:p>
            <a:r>
              <a:rPr lang="en-US" sz="1800" dirty="0"/>
              <a:t>Scalability for large-scale DNS query loads typical in space or government networks.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sz="2000" b="1" dirty="0"/>
              <a:t>Proposed Solution </a:t>
            </a:r>
            <a:r>
              <a:rPr lang="en-US" sz="2000" dirty="0"/>
              <a:t>:</a:t>
            </a:r>
          </a:p>
          <a:p>
            <a:r>
              <a:rPr lang="en-US" sz="1800" dirty="0"/>
              <a:t>AI/ML powered DNS filtering system integrated with threat intelligence feeds, scalable architecture supporting multiple DNS protocols and real-time active/passive analysis.</a:t>
            </a:r>
          </a:p>
          <a:p>
            <a:pPr marL="76200" indent="0"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(contd...)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785368" y="1106424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IN" sz="2000" b="1" dirty="0"/>
              <a:t>Technology Stack Components :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900" dirty="0">
                <a:latin typeface="Verdana" panose="020B0604030504040204" pitchFamily="34" charset="0"/>
                <a:ea typeface="Verdana" panose="020B0604030504040204" pitchFamily="34" charset="0"/>
              </a:rPr>
              <a:t>DNS Server: Bind9 or custom resolver implementation.</a:t>
            </a:r>
          </a:p>
          <a:p>
            <a:r>
              <a:rPr lang="en-IN" sz="1900" dirty="0">
                <a:latin typeface="Verdana" panose="020B0604030504040204" pitchFamily="34" charset="0"/>
                <a:ea typeface="Verdana" panose="020B0604030504040204" pitchFamily="34" charset="0"/>
              </a:rPr>
              <a:t>AI/ML Framework: Python (scikit-learn, TensorFlow, </a:t>
            </a:r>
            <a:r>
              <a:rPr lang="en-IN" sz="1900" dirty="0" err="1">
                <a:latin typeface="Verdana" panose="020B0604030504040204" pitchFamily="34" charset="0"/>
                <a:ea typeface="Verdana" panose="020B0604030504040204" pitchFamily="34" charset="0"/>
              </a:rPr>
              <a:t>PyTorch</a:t>
            </a:r>
            <a:r>
              <a:rPr lang="en-IN" sz="1900" dirty="0">
                <a:latin typeface="Verdana" panose="020B0604030504040204" pitchFamily="34" charset="0"/>
                <a:ea typeface="Verdana" panose="020B0604030504040204" pitchFamily="34" charset="0"/>
              </a:rPr>
              <a:t>) for domain classification and anomaly detection.</a:t>
            </a:r>
          </a:p>
          <a:p>
            <a:r>
              <a:rPr lang="en-IN" sz="1900" dirty="0">
                <a:latin typeface="Verdana" panose="020B0604030504040204" pitchFamily="34" charset="0"/>
                <a:ea typeface="Verdana" panose="020B0604030504040204" pitchFamily="34" charset="0"/>
              </a:rPr>
              <a:t>Threat Intelligence Integration: STIX/TAXII clients for feed ingestion.</a:t>
            </a:r>
          </a:p>
          <a:p>
            <a:r>
              <a:rPr lang="en-IN" sz="1900" dirty="0">
                <a:latin typeface="Verdana" panose="020B0604030504040204" pitchFamily="34" charset="0"/>
                <a:ea typeface="Verdana" panose="020B0604030504040204" pitchFamily="34" charset="0"/>
              </a:rPr>
              <a:t>Network Analysis: Passive capture analysis using Zeek and PCAP parsing tools.</a:t>
            </a:r>
          </a:p>
          <a:p>
            <a:r>
              <a:rPr lang="en-IN" sz="1900" dirty="0">
                <a:latin typeface="Verdana" panose="020B0604030504040204" pitchFamily="34" charset="0"/>
                <a:ea typeface="Verdana" panose="020B0604030504040204" pitchFamily="34" charset="0"/>
              </a:rPr>
              <a:t>Protocols Supported: DNS over UDP, DNS over DTLS, DNS over HTTPS.</a:t>
            </a:r>
          </a:p>
          <a:p>
            <a:r>
              <a:rPr lang="en-IN" sz="1900" dirty="0">
                <a:latin typeface="Verdana" panose="020B0604030504040204" pitchFamily="34" charset="0"/>
                <a:ea typeface="Verdana" panose="020B0604030504040204" pitchFamily="34" charset="0"/>
              </a:rPr>
              <a:t>Web Interface: React.js / Angular for frontend; Flask / Django for backend API.</a:t>
            </a:r>
          </a:p>
          <a:p>
            <a:r>
              <a:rPr lang="en-IN" sz="1900" dirty="0">
                <a:latin typeface="Verdana" panose="020B0604030504040204" pitchFamily="34" charset="0"/>
                <a:ea typeface="Verdana" panose="020B0604030504040204" pitchFamily="34" charset="0"/>
              </a:rPr>
              <a:t>Database: PostgreSQL / NoSQL for domain data, logs, and analytics.</a:t>
            </a:r>
          </a:p>
          <a:p>
            <a:r>
              <a:rPr lang="en-IN" sz="1900" dirty="0">
                <a:latin typeface="Verdana" panose="020B0604030504040204" pitchFamily="34" charset="0"/>
                <a:ea typeface="Verdana" panose="020B0604030504040204" pitchFamily="34" charset="0"/>
              </a:rPr>
              <a:t>Security: SSL/TLS for encrypted DNS protocols.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C9F49F-BEEE-FB04-6E3F-E4BD59A63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694" y="1089058"/>
            <a:ext cx="10341204" cy="476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Link : </a:t>
            </a: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https://github.com/FlameHyde/DNS--Threat-Intelligence</a:t>
            </a: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680825" y="1774597"/>
            <a:ext cx="10668000" cy="231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IN" sz="1800" dirty="0"/>
              <a:t>Cyber Threat Intelligence Using STIX and TAXII, MITRE Corporation, 2023.</a:t>
            </a:r>
          </a:p>
          <a:p>
            <a:r>
              <a:rPr lang="en-IN" sz="1800" dirty="0"/>
              <a:t>R. Villamarín-Salomón, et al., “Detection of Domain Generation Algorithms with Machine Learning,” IEEE Access, 2022.</a:t>
            </a:r>
          </a:p>
          <a:p>
            <a:r>
              <a:rPr lang="en-IN" sz="1800" dirty="0"/>
              <a:t>M. Zhang, “DNS Tunneling Detection Based on Statistical Analysis,” </a:t>
            </a:r>
            <a:r>
              <a:rPr lang="en-IN" sz="1800" i="1" dirty="0"/>
              <a:t>Computer Networks</a:t>
            </a:r>
            <a:r>
              <a:rPr lang="en-IN" sz="1800" dirty="0"/>
              <a:t>, 2021.</a:t>
            </a:r>
          </a:p>
          <a:p>
            <a:r>
              <a:rPr lang="en-IN" sz="1800" dirty="0"/>
              <a:t>Indian Space Research Organisation, Cybersecurity Framework, 2024.</a:t>
            </a:r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630</Words>
  <Application>Microsoft Office PowerPoint</Application>
  <PresentationFormat>Widescreen</PresentationFormat>
  <Paragraphs>89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Cambria</vt:lpstr>
      <vt:lpstr>Verdana</vt:lpstr>
      <vt:lpstr>Wingdings</vt:lpstr>
      <vt:lpstr>Bioinformatics</vt:lpstr>
      <vt:lpstr>Domain Name Server (DNS) Filtering Service using Threat Intelligence feeds and AI/ML Techniques</vt:lpstr>
      <vt:lpstr>Content</vt:lpstr>
      <vt:lpstr>  Problem Statement Number: PSCS_180</vt:lpstr>
      <vt:lpstr>Analysis of Problem Statement</vt:lpstr>
      <vt:lpstr>Analysis of Problem Statement (contd...)</vt:lpstr>
      <vt:lpstr>Analysis of Problem Statement (contd...)</vt:lpstr>
      <vt:lpstr>Timeline of the Project (Gantt Chart)</vt:lpstr>
      <vt:lpstr>Github Link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Saish Savadatti</cp:lastModifiedBy>
  <cp:revision>44</cp:revision>
  <dcterms:modified xsi:type="dcterms:W3CDTF">2025-08-12T09:36:21Z</dcterms:modified>
</cp:coreProperties>
</file>